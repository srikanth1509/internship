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60" r:id="rId3"/>
    <p:sldId id="261" r:id="rId4"/>
    <p:sldId id="270" r:id="rId5"/>
    <p:sldId id="262" r:id="rId6"/>
    <p:sldId id="272" r:id="rId7"/>
    <p:sldId id="263" r:id="rId8"/>
    <p:sldId id="271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/>
          <a:r>
            <a:rPr lang="en-GB" sz="1400" dirty="0"/>
            <a:t>Completion of company overview, team identification, and goal setting.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Foundation of python, Data Analysis and visualization.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SQL , Machine Learning algorithms and build models using scikit-learn.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</dgm:pt>
    <dgm:pt modelId="{71AC112D-2A01-4868-B7C8-5E3AF7FC15E2}">
      <dgm:prSet/>
      <dgm:spPr/>
      <dgm:t>
        <a:bodyPr/>
        <a:lstStyle/>
        <a:p>
          <a:r>
            <a:rPr lang="en-IN" dirty="0"/>
            <a:t>Building of project and portfolio.</a:t>
          </a:r>
        </a:p>
      </dgm:t>
    </dgm:pt>
    <dgm:pt modelId="{2DEDB3B6-C4C9-49AC-B9B9-431788174087}" type="parTrans" cxnId="{60603609-F5EE-4E78-AA9C-6BB5DB806CDD}">
      <dgm:prSet/>
      <dgm:spPr/>
      <dgm:t>
        <a:bodyPr/>
        <a:lstStyle/>
        <a:p>
          <a:endParaRPr lang="en-IN"/>
        </a:p>
      </dgm:t>
    </dgm:pt>
    <dgm:pt modelId="{645C343A-A672-4187-AD71-B187E87EA27A}" type="sibTrans" cxnId="{60603609-F5EE-4E78-AA9C-6BB5DB806CDD}">
      <dgm:prSet/>
      <dgm:spPr/>
      <dgm:t>
        <a:bodyPr/>
        <a:lstStyle/>
        <a:p>
          <a:endParaRPr lang="en-IN"/>
        </a:p>
      </dgm:t>
    </dgm:pt>
    <dgm:pt modelId="{F1397CAE-25C3-43E1-B718-4839A572B78B}">
      <dgm:prSet/>
      <dgm:spPr/>
      <dgm:t>
        <a:bodyPr/>
        <a:lstStyle/>
        <a:p>
          <a:r>
            <a:rPr lang="en-IN" dirty="0"/>
            <a:t>Deployment of project and upload to GitHub.</a:t>
          </a:r>
        </a:p>
      </dgm:t>
    </dgm:pt>
    <dgm:pt modelId="{FB0130A5-44F0-4E30-BBE7-CC676236DC62}" type="parTrans" cxnId="{EDE8E056-8711-430F-985D-BE32510F88D9}">
      <dgm:prSet/>
      <dgm:spPr/>
      <dgm:t>
        <a:bodyPr/>
        <a:lstStyle/>
        <a:p>
          <a:endParaRPr lang="en-IN"/>
        </a:p>
      </dgm:t>
    </dgm:pt>
    <dgm:pt modelId="{7166720C-88CC-4524-AF51-B49A03EE4619}" type="sibTrans" cxnId="{EDE8E056-8711-430F-985D-BE32510F88D9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7BB43B5E-31C7-4FAA-AB45-D5F4A74F5F84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5A8E9918-1370-4DAB-AF44-5263145233D6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C42F4A5-BE32-4DE3-B7CD-D1E5EA56B84B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EA1A301-DEC3-40B3-BA3D-959D552FFCA0}" type="presOf" srcId="{F1397CAE-25C3-43E1-B718-4839A572B78B}" destId="{5A8E9918-1370-4DAB-AF44-5263145233D6}" srcOrd="1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60603609-F5EE-4E78-AA9C-6BB5DB806CDD}" srcId="{5E92505A-51E0-4F78-B3C5-704ACF8710DE}" destId="{71AC112D-2A01-4868-B7C8-5E3AF7FC15E2}" srcOrd="0" destOrd="0" parTransId="{2DEDB3B6-C4C9-49AC-B9B9-431788174087}" sibTransId="{645C343A-A672-4187-AD71-B187E87EA27A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588101D-679D-4DC8-8865-6271B2CAA827}" type="presOf" srcId="{71AC112D-2A01-4868-B7C8-5E3AF7FC15E2}" destId="{98225A61-A0EC-450A-BED8-EF2E47E8FD18}" srcOrd="1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EDE8E056-8711-430F-985D-BE32510F88D9}" srcId="{65C051F6-A849-4495-A964-CD4C650B9C06}" destId="{F1397CAE-25C3-43E1-B718-4839A572B78B}" srcOrd="0" destOrd="0" parTransId="{FB0130A5-44F0-4E30-BBE7-CC676236DC62}" sibTransId="{7166720C-88CC-4524-AF51-B49A03EE4619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35B35E5A-A9C0-47CC-9BB3-3700744077BC}" type="presOf" srcId="{65C051F6-A849-4495-A964-CD4C650B9C06}" destId="{7C42F4A5-BE32-4DE3-B7CD-D1E5EA56B84B}" srcOrd="0" destOrd="0" presId="urn:microsoft.com/office/officeart/2011/layout/InterconnectedBlockProcess"/>
    <dgm:cxn modelId="{F085BB80-7EF5-4EA4-A0DE-BE468106E83A}" type="presOf" srcId="{71AC112D-2A01-4868-B7C8-5E3AF7FC15E2}" destId="{FC0F1314-3294-4A8C-8DCE-EB53E236164C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CC94BD0-CAAD-4FF6-9F68-A58016C4C58E}" type="presOf" srcId="{F1397CAE-25C3-43E1-B718-4839A572B78B}" destId="{8CAE5A4D-0C7B-48A6-917B-0B8433D0574B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5A2875B4-BCE1-4906-B9D4-2DAFF186DDAA}" type="presParOf" srcId="{A6BCDA7B-D633-438F-B44D-CB4D60E5C492}" destId="{7BB43B5E-31C7-4FAA-AB45-D5F4A74F5F84}" srcOrd="0" destOrd="0" presId="urn:microsoft.com/office/officeart/2011/layout/InterconnectedBlockProcess"/>
    <dgm:cxn modelId="{313A2147-57A1-4573-8EEB-0F60D8057BDA}" type="presParOf" srcId="{7BB43B5E-31C7-4FAA-AB45-D5F4A74F5F84}" destId="{8CAE5A4D-0C7B-48A6-917B-0B8433D0574B}" srcOrd="0" destOrd="0" presId="urn:microsoft.com/office/officeart/2011/layout/InterconnectedBlockProcess"/>
    <dgm:cxn modelId="{9E81955B-DD87-4BBB-887A-3EA9646B2FEA}" type="presParOf" srcId="{A6BCDA7B-D633-438F-B44D-CB4D60E5C492}" destId="{5A8E9918-1370-4DAB-AF44-5263145233D6}" srcOrd="1" destOrd="0" presId="urn:microsoft.com/office/officeart/2011/layout/InterconnectedBlockProcess"/>
    <dgm:cxn modelId="{581507C7-F0C6-4325-89DC-28C2A5FF132E}" type="presParOf" srcId="{A6BCDA7B-D633-438F-B44D-CB4D60E5C492}" destId="{7C42F4A5-BE32-4DE3-B7CD-D1E5EA56B84B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Deployment of project and upload to GitHub.</a:t>
          </a:r>
        </a:p>
      </dsp:txBody>
      <dsp:txXfrm>
        <a:off x="7335949" y="811639"/>
        <a:ext cx="1116055" cy="3246556"/>
      </dsp:txXfrm>
    </dsp:sp>
    <dsp:sp modelId="{7C42F4A5-BE32-4DE3-B7CD-D1E5EA56B84B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Building of project and portfolio.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SQL , Machine Learning algorithms and build models using scikit-learn.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Foundation of python, Data Analysis and visualization.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Completion of company overview, team identification, and goal setting.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16/01/2026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Sakthi.S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(Computer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cience and Engineering)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Sakthi.S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199" y="130629"/>
            <a:ext cx="11201469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PROJECT / WORK ASSIGNED / DOMAIN-DATA SCIENCE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95569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Srikanth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941060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Emberquest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software company dedicated to developing, designing, and distributing various software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company collaborates with clients to create tailored solutions and provides continuous support and maintenance.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shape the future of learning by making it an accessible, flexible experience outside traditional classrooms.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Empowering businesses with creative, customer-focused, and reliable technology solutions.</a:t>
            </a: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56504"/>
            <a:ext cx="1040261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Products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Solving problems through data-driven 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Algorithms for predictive analysis and pattern identification.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</a:t>
            </a:r>
            <a:r>
              <a:rPr lang="en-US" altLang="en-US" b="1" dirty="0">
                <a:latin typeface="Arial" panose="020B0604020202020204" pitchFamily="34" charset="0"/>
              </a:rPr>
              <a:t>ion: </a:t>
            </a:r>
            <a:r>
              <a:rPr lang="en-US" altLang="en-US" dirty="0">
                <a:latin typeface="Arial" panose="020B0604020202020204" pitchFamily="34" charset="0"/>
              </a:rPr>
              <a:t>1</a:t>
            </a:r>
            <a:r>
              <a:rPr lang="en-US" altLang="en-US" baseline="30000" dirty="0">
                <a:latin typeface="Arial" panose="020B0604020202020204" pitchFamily="34" charset="0"/>
              </a:rPr>
              <a:t>st</a:t>
            </a:r>
            <a:r>
              <a:rPr lang="en-US" altLang="en-US" dirty="0">
                <a:latin typeface="Arial" panose="020B0604020202020204" pitchFamily="34" charset="0"/>
              </a:rPr>
              <a:t> B cross Behind </a:t>
            </a:r>
            <a:r>
              <a:rPr lang="en-US" altLang="en-US" dirty="0" err="1">
                <a:latin typeface="Arial" panose="020B0604020202020204" pitchFamily="34" charset="0"/>
              </a:rPr>
              <a:t>Ambabhavani</a:t>
            </a:r>
            <a:r>
              <a:rPr lang="en-US" altLang="en-US" dirty="0">
                <a:latin typeface="Arial" panose="020B0604020202020204" pitchFamily="34" charset="0"/>
              </a:rPr>
              <a:t> Temple </a:t>
            </a:r>
            <a:r>
              <a:rPr lang="en-US" altLang="en-US" dirty="0" err="1">
                <a:latin typeface="Arial" panose="020B0604020202020204" pitchFamily="34" charset="0"/>
              </a:rPr>
              <a:t>Attur</a:t>
            </a:r>
            <a:r>
              <a:rPr lang="en-US" altLang="en-US" dirty="0">
                <a:latin typeface="Arial" panose="020B0604020202020204" pitchFamily="34" charset="0"/>
              </a:rPr>
              <a:t> Layout Bengaluru-5690097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82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012498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Domains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organization specializes in Artificial Intelligence, Machine Learning, Web Development, Data Scien</a:t>
            </a:r>
            <a:r>
              <a:rPr lang="en-US" altLang="en-US" dirty="0">
                <a:latin typeface="Arial" panose="020B0604020202020204" pitchFamily="34" charset="0"/>
              </a:rPr>
              <a:t>ce 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Cybersecurity.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These technologies are used to help businesses reach their goals through high-quality, flexible technology.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predictive algorithms.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of strong security measures.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Creation of tailored client solutions.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1E93-C740-247F-B4F9-3FC3F417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B0A5-8EB6-0A28-23E2-073A0E90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Domain : </a:t>
            </a:r>
            <a:r>
              <a:rPr lang="en-IN" dirty="0"/>
              <a:t>Data Science</a:t>
            </a:r>
          </a:p>
          <a:p>
            <a:pPr algn="just"/>
            <a:r>
              <a:rPr lang="en-IN" b="1" dirty="0"/>
              <a:t>Technology: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Python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Power BI or Tableau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SQL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Scikit-learn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Matplotlib and Seaborn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Pandas and NumPy</a:t>
            </a:r>
          </a:p>
          <a:p>
            <a:pPr algn="just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69D5D-1E42-DD4A-906B-0C2F6366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3B25A-1A02-54BA-EC84-815C9A23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38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35609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CEO/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Founder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:Mr.Adarsh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Babu M, who guides the company’s vision and growth.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&amp; Reporting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Senior Manager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Mrs.Likitha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 (Cybersecurity management).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Managers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altLang="en-US" sz="2400" dirty="0" err="1">
                <a:latin typeface="Arial" panose="020B0604020202020204" pitchFamily="34" charset="0"/>
              </a:rPr>
              <a:t>Ms.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Ranjitha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(Cybersecurity)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Ms.Ananya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M.U (Employee Manager).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Leadership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 of Tech Lead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2400" dirty="0" err="1">
                <a:latin typeface="Arial" panose="020B0604020202020204" pitchFamily="34" charset="0"/>
              </a:rPr>
              <a:t>Mr.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Hemanth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(AI, ML, Cloud Computing, and Full Stack).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Lead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Mr.Gurukiran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(Project handling).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AD9C-968D-B0E0-8A64-2B75EE4B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59EF-9450-ADC6-E9AE-68845EFD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Ms.Ananya</a:t>
            </a:r>
            <a:r>
              <a:rPr lang="en-US" altLang="en-US" dirty="0">
                <a:latin typeface="Arial" panose="020B0604020202020204" pitchFamily="34" charset="0"/>
              </a:rPr>
              <a:t> M.U</a:t>
            </a:r>
          </a:p>
          <a:p>
            <a:pPr algn="just"/>
            <a:r>
              <a:rPr lang="en-US" altLang="en-US" b="1" dirty="0">
                <a:latin typeface="Arial" panose="020B0604020202020204" pitchFamily="34" charset="0"/>
              </a:rPr>
              <a:t>Team </a:t>
            </a:r>
            <a:r>
              <a:rPr lang="en-US" altLang="en-US" b="1" dirty="0" err="1">
                <a:latin typeface="Arial" panose="020B0604020202020204" pitchFamily="34" charset="0"/>
              </a:rPr>
              <a:t>Lead</a:t>
            </a:r>
            <a:r>
              <a:rPr lang="en-US" altLang="en-US" dirty="0" err="1">
                <a:latin typeface="Arial" panose="020B0604020202020204" pitchFamily="34" charset="0"/>
              </a:rPr>
              <a:t>:Mr.Gurukiran</a:t>
            </a:r>
            <a:endParaRPr lang="en-US" altLang="en-US" dirty="0">
              <a:latin typeface="Arial" panose="020B0604020202020204" pitchFamily="34" charset="0"/>
            </a:endParaRPr>
          </a:p>
          <a:p>
            <a:pPr algn="just"/>
            <a:r>
              <a:rPr lang="en-US" altLang="en-US" b="1" dirty="0">
                <a:latin typeface="Arial" panose="020B0604020202020204" pitchFamily="34" charset="0"/>
              </a:rPr>
              <a:t>Team members: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Srikanth 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Rajashekar Reddy G V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32167-38D1-2C01-DE02-37092F5F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EC4CC-2D94-1F32-80B4-E45149B4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031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950943"/>
            <a:ext cx="10515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Securing the Internship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Navigating the competitive process of searching for and applying to a specialized software firm 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Emberquest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Interview Process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Cracking the interview, which likely focused on core domains like Python, Artificial Intelligence, or Cybersecurity.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Getting adjusted to the organizational structure and learning to collaborate with team leads and managers like Hemanth 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Gurukiran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Learning Curve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Transitioning from academic theory to professional application in complex fields such as Machine Learning or advanced Cybersecurity frameworks.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Onboarding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Understanding specific client needs and tailored solutions that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Emberquest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develops for its partners.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35609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Empower Businesses with Innovation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offer creative and customer-focused software solutions that assist businesses in reaching their specific organizational goals.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Data-Driven Solutions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Focus on building Artificial Intelligence solutions that solve complex problems and enable continuous data-driven 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Predictive Capabilities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Create advanced Machine Learning algorithms designed for identifying intricate patterns and performing predictive analyses.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Digital Security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 robust security measures and advanced frameworks, primarily using Python, to safeguard systems and sensitive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User-Centric Web Development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Build highly responsive and interactive websites and web applications that are tailored to meet specific user needs and client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6394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https://github.com/Srikanth1509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7188</TotalTime>
  <Words>784</Words>
  <Application>Microsoft Office PowerPoint</Application>
  <PresentationFormat>Widescreen</PresentationFormat>
  <Paragraphs>110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Working domain or the technology</vt:lpstr>
      <vt:lpstr>About your team and reporting Manager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Reddy</cp:lastModifiedBy>
  <cp:revision>733</cp:revision>
  <dcterms:created xsi:type="dcterms:W3CDTF">2022-10-14T07:18:17Z</dcterms:created>
  <dcterms:modified xsi:type="dcterms:W3CDTF">2026-01-16T07:49:09Z</dcterms:modified>
</cp:coreProperties>
</file>